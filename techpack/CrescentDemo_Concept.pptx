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8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3D-FABRIC PIPELINE  ·  CONCEPT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Crescent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85800" y="2697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curved-bottom shoulder bag, taken from reference photo to 3D concept, sewing pattern, cut files, and cost — in one afternoon.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20624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9A5B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42062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NOTHING VERIFIED YET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6172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Richard  ·  July 26,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777240"/>
            <a:ext cx="5532120" cy="5303520"/>
          </a:xfrm>
          <a:prstGeom prst="roundRect">
            <a:avLst>
              <a:gd name="adj" fmla="val 1552"/>
            </a:avLst>
          </a:prstGeom>
          <a:solidFill>
            <a:srgbClr val="F5F1EA"/>
          </a:solidFill>
          <a:ln/>
        </p:spPr>
      </p:sp>
      <p:pic>
        <p:nvPicPr>
          <p:cNvPr id="9" name="Image 0" descr="C:/23 Erika Purse Buisness/designs/Crescent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960120"/>
            <a:ext cx="5166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577840" cy="4892040"/>
          </a:xfrm>
          <a:prstGeom prst="roundRect">
            <a:avLst>
              <a:gd name="adj" fmla="val 1682"/>
            </a:avLst>
          </a:prstGeom>
          <a:solidFill>
            <a:srgbClr val="F5F1EA"/>
          </a:solidFill>
          <a:ln/>
        </p:spPr>
      </p:sp>
      <p:pic>
        <p:nvPicPr>
          <p:cNvPr id="4" name="Image 0" descr="C:/23 Erika Purse Buisness/designs/Crescent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17320"/>
            <a:ext cx="5212080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37960" y="1325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A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11.4″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565392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1325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A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6.7″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57032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921240" y="1325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A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3.0″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9948672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37960" y="25603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Top-zip crescent body with a wraparound gusset band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shoulder strap + long crossbody strap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cut pieces, 10 mm seam allowance everywhere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× 170 × 75 mm parametric model — every dimension is a slider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537960" y="48920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silhouette study inspired by a classic crescent shoulder bag. No third-party branding, prints, or hardware — this shape is yours to make 1-of-1.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 to factory-ready, automatically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5F1E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0200"/>
            <a:ext cx="457200" cy="457200"/>
          </a:xfrm>
          <a:prstGeom prst="ellipse">
            <a:avLst/>
          </a:prstGeom>
          <a:solidFill>
            <a:srgbClr val="9A5B3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618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2402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or sketch of the shape you want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13716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5F1E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600200"/>
            <a:ext cx="457200" cy="457200"/>
          </a:xfrm>
          <a:prstGeom prst="ellipse">
            <a:avLst/>
          </a:prstGeom>
          <a:solidFill>
            <a:srgbClr val="9A5B3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1618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model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82312" y="22402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Blender build — spin it, resize it, re-render 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0" y="13716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5F1EA"/>
          </a:solidFill>
          <a:ln/>
        </p:spPr>
      </p:sp>
      <p:sp>
        <p:nvSpPr>
          <p:cNvPr id="14" name="Shape 12"/>
          <p:cNvSpPr/>
          <p:nvPr/>
        </p:nvSpPr>
        <p:spPr>
          <a:xfrm>
            <a:off x="8641080" y="1600200"/>
            <a:ext cx="457200" cy="457200"/>
          </a:xfrm>
          <a:prstGeom prst="ellipse">
            <a:avLst/>
          </a:prstGeom>
          <a:solidFill>
            <a:srgbClr val="9A5B33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81160" y="1618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68512" y="22402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Auto-unfolded to flat pieces, seams at panel edges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6118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5F1EA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3840480"/>
            <a:ext cx="457200" cy="457200"/>
          </a:xfrm>
          <a:prstGeom prst="ellipse">
            <a:avLst/>
          </a:prstGeom>
          <a:solidFill>
            <a:srgbClr val="9A5B3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3858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96112" y="44805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packed onto a 54″ fabric roll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26280" y="36118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5F1EA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3840480"/>
            <a:ext cx="457200" cy="457200"/>
          </a:xfrm>
          <a:prstGeom prst="ellipse">
            <a:avLst/>
          </a:prstGeom>
          <a:solidFill>
            <a:srgbClr val="9A5B33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3858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782312" y="44805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Yardage and dollars per bag, instantly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12480" y="36118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5F1EA"/>
          </a:solidFill>
          <a:ln/>
        </p:spPr>
      </p:sp>
      <p:sp>
        <p:nvSpPr>
          <p:cNvPr id="29" name="Shape 27"/>
          <p:cNvSpPr/>
          <p:nvPr/>
        </p:nvSpPr>
        <p:spPr>
          <a:xfrm>
            <a:off x="8641080" y="3840480"/>
            <a:ext cx="457200" cy="457200"/>
          </a:xfrm>
          <a:prstGeom prst="ellipse">
            <a:avLst/>
          </a:prstGeom>
          <a:solidFill>
            <a:srgbClr val="9A5B33"/>
          </a:solidFill>
          <a:ln/>
        </p:spPr>
      </p:sp>
      <p:sp>
        <p:nvSpPr>
          <p:cNvPr id="30" name="Text 28"/>
          <p:cNvSpPr/>
          <p:nvPr/>
        </p:nvSpPr>
        <p:spPr>
          <a:xfrm>
            <a:off x="8641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81160" y="3858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Hand-off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668512" y="44805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+ DXF cut paths + tech pack for the sample maker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bag: mesh → tech pack in 5.8 seconds  ·  60 automated tests green  ·  every artifact stamped DRAFT until a human seals it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 — six pieces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537960" cy="5029200"/>
          </a:xfrm>
          <a:prstGeom prst="roundRect">
            <a:avLst>
              <a:gd name="adj" fmla="val 1636"/>
            </a:avLst>
          </a:prstGeom>
          <a:solidFill>
            <a:srgbClr val="F5F1EA"/>
          </a:solidFill>
          <a:ln/>
        </p:spPr>
      </p:sp>
      <p:pic>
        <p:nvPicPr>
          <p:cNvPr id="4" name="Image 0" descr="C:/23 Erika Purse Buisness/logs/CrescentDemo_patter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17320"/>
            <a:ext cx="617220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371600"/>
            <a:ext cx="384048" cy="384048"/>
          </a:xfrm>
          <a:prstGeom prst="ellipse">
            <a:avLst/>
          </a:prstGeom>
          <a:solidFill>
            <a:srgbClr val="C89F6E"/>
          </a:solidFill>
          <a:ln/>
        </p:spPr>
      </p:sp>
      <p:sp>
        <p:nvSpPr>
          <p:cNvPr id="6" name="Text 3"/>
          <p:cNvSpPr/>
          <p:nvPr/>
        </p:nvSpPr>
        <p:spPr>
          <a:xfrm>
            <a:off x="74523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01000" y="1371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Gusset band (sides + top)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61320" y="13716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× 466 mm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52360" y="1938528"/>
            <a:ext cx="384048" cy="384048"/>
          </a:xfrm>
          <a:prstGeom prst="ellipse">
            <a:avLst/>
          </a:prstGeom>
          <a:solidFill>
            <a:srgbClr val="C89F6E"/>
          </a:solidFill>
          <a:ln/>
        </p:spPr>
      </p:sp>
      <p:sp>
        <p:nvSpPr>
          <p:cNvPr id="10" name="Text 7"/>
          <p:cNvSpPr/>
          <p:nvPr/>
        </p:nvSpPr>
        <p:spPr>
          <a:xfrm>
            <a:off x="745236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01000" y="19385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panel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61320" y="19385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× 155 mm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52360" y="2505456"/>
            <a:ext cx="384048" cy="384048"/>
          </a:xfrm>
          <a:prstGeom prst="ellipse">
            <a:avLst/>
          </a:prstGeom>
          <a:solidFill>
            <a:srgbClr val="C89F6E"/>
          </a:solidFill>
          <a:ln/>
        </p:spPr>
      </p:sp>
      <p:sp>
        <p:nvSpPr>
          <p:cNvPr id="14" name="Text 11"/>
          <p:cNvSpPr/>
          <p:nvPr/>
        </p:nvSpPr>
        <p:spPr>
          <a:xfrm>
            <a:off x="745236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01000" y="25054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panel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561320" y="25054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× 155 mm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52360" y="3072384"/>
            <a:ext cx="384048" cy="384048"/>
          </a:xfrm>
          <a:prstGeom prst="ellipse">
            <a:avLst/>
          </a:prstGeom>
          <a:solidFill>
            <a:srgbClr val="C89F6E"/>
          </a:solidFill>
          <a:ln/>
        </p:spPr>
      </p:sp>
      <p:sp>
        <p:nvSpPr>
          <p:cNvPr id="18" name="Text 15"/>
          <p:cNvSpPr/>
          <p:nvPr/>
        </p:nvSpPr>
        <p:spPr>
          <a:xfrm>
            <a:off x="745236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01000" y="307238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band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561320" y="30723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× 95 mm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452360" y="3639312"/>
            <a:ext cx="384048" cy="384048"/>
          </a:xfrm>
          <a:prstGeom prst="ellipse">
            <a:avLst/>
          </a:prstGeom>
          <a:solidFill>
            <a:srgbClr val="C89F6E"/>
          </a:solidFill>
          <a:ln/>
        </p:spPr>
      </p:sp>
      <p:sp>
        <p:nvSpPr>
          <p:cNvPr id="22" name="Text 19"/>
          <p:cNvSpPr/>
          <p:nvPr/>
        </p:nvSpPr>
        <p:spPr>
          <a:xfrm>
            <a:off x="745236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01000" y="36393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Crossbody strap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561320" y="36393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× 1120 mm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452360" y="4206240"/>
            <a:ext cx="384048" cy="384048"/>
          </a:xfrm>
          <a:prstGeom prst="ellipse">
            <a:avLst/>
          </a:prstGeom>
          <a:solidFill>
            <a:srgbClr val="C89F6E"/>
          </a:solidFill>
          <a:ln/>
        </p:spPr>
      </p:sp>
      <p:sp>
        <p:nvSpPr>
          <p:cNvPr id="26" name="Text 23"/>
          <p:cNvSpPr/>
          <p:nvPr/>
        </p:nvSpPr>
        <p:spPr>
          <a:xfrm>
            <a:off x="745236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001000" y="4206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strap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561320" y="42062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× 291 mm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452360" y="50292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line = cut (includes 10 mm seam allowance)  ·  dashed red = stitch line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files any shop can run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846320" cy="5029200"/>
          </a:xfrm>
          <a:prstGeom prst="roundRect">
            <a:avLst>
              <a:gd name="adj" fmla="val 1698"/>
            </a:avLst>
          </a:prstGeom>
          <a:solidFill>
            <a:srgbClr val="F5F1EA"/>
          </a:solidFill>
          <a:ln/>
        </p:spPr>
      </p:sp>
      <p:pic>
        <p:nvPicPr>
          <p:cNvPr id="4" name="Image 0" descr="C:/23 Erika Purse Buisness/logs/CrescentDemo_nes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17320"/>
            <a:ext cx="448056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0" y="12801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DXF for AutoCAD, Illustrator, and laser cutters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file: CUT (solid), STITCH (dashed), LABEL (piece names) — millimeter units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marker: 54″ roll, 44.1″ used per bag → 1.35 yd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geometry also ships as SVG for Ponoko’s upload flow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852160" y="3794760"/>
            <a:ext cx="5669280" cy="1371600"/>
          </a:xfrm>
          <a:prstGeom prst="roundRect">
            <a:avLst>
              <a:gd name="adj" fmla="val 6000"/>
            </a:avLst>
          </a:prstGeom>
          <a:solidFill>
            <a:srgbClr val="F5F1EA"/>
          </a:solidFill>
          <a:ln/>
        </p:spPr>
      </p:sp>
      <p:sp>
        <p:nvSpPr>
          <p:cNvPr id="8" name="Text 5"/>
          <p:cNvSpPr/>
          <p:nvPr/>
        </p:nvSpPr>
        <p:spPr>
          <a:xfrm>
            <a:off x="6080760" y="39776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number: a single bag packs this marker at only 13% — the two long straps dominate. Cutting several bags per marker (or straps from strap stock) tightens this dramatically.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52160" y="5486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CrescentDemo_cutpaths.dxf  ·  CrescentDemo_pattern.dxf  ·  nested_54in.svg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costs — draft numbers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11880" cy="2377440"/>
          </a:xfrm>
          <a:prstGeom prst="roundRect">
            <a:avLst>
              <a:gd name="adj" fmla="val 3462"/>
            </a:avLst>
          </a:prstGeom>
          <a:solidFill>
            <a:srgbClr val="F5F1E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A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$24.25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32688" y="2377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CANVAS, PER BAG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 yd @ $18/yd placeholder pricing, 10% waste factor included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1371600"/>
            <a:ext cx="3611880" cy="2377440"/>
          </a:xfrm>
          <a:prstGeom prst="roundRect">
            <a:avLst>
              <a:gd name="adj" fmla="val 3462"/>
            </a:avLst>
          </a:prstGeom>
          <a:solidFill>
            <a:srgbClr val="F5F1EA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600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A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818888" y="2377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LEATHER, PER BAG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full hide by the tool’s flagged approximation — real usage is a fraction of a side once bags are batched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0" y="1371600"/>
            <a:ext cx="3611880" cy="2377440"/>
          </a:xfrm>
          <a:prstGeom prst="roundRect">
            <a:avLst>
              <a:gd name="adj" fmla="val 3462"/>
            </a:avLst>
          </a:prstGeom>
          <a:solidFill>
            <a:srgbClr val="F5F1E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0" y="1600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A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$15–25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705088" y="2377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EST.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Zipper, D-rings, chain accent, magnetic snap — stub BOM, needs real quotes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to a physical bag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fit-check (Ponoko): tens of dollars — proves shape and proportions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Laser-cut leather panels: low hundreds — real material, our assembly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Professionally sewn sample (ISAIC, Detroit): by quote — small batch is their mission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this slide is a placeholder in materials.yaml until quoted.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make 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5F1EA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" y="1572768"/>
            <a:ext cx="502920" cy="502920"/>
          </a:xfrm>
          <a:prstGeom prst="ellipse">
            <a:avLst/>
          </a:prstGeom>
          <a:solidFill>
            <a:srgbClr val="9A5B33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Felt fit-check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DXF to Ponoko. Cheap felt, no minimums. Hold the shape in your hands before spending on leather.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137160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5F1EA"/>
          </a:solidFill>
          <a:ln/>
        </p:spPr>
      </p:sp>
      <p:sp>
        <p:nvSpPr>
          <p:cNvPr id="9" name="Shape 7"/>
          <p:cNvSpPr/>
          <p:nvPr/>
        </p:nvSpPr>
        <p:spPr>
          <a:xfrm>
            <a:off x="4782312" y="1572768"/>
            <a:ext cx="502920" cy="502920"/>
          </a:xfrm>
          <a:prstGeom prst="ellipse">
            <a:avLst/>
          </a:prstGeom>
          <a:solidFill>
            <a:srgbClr val="9A5B33"/>
          </a:solidFill>
          <a:ln/>
        </p:spPr>
      </p:sp>
      <p:sp>
        <p:nvSpPr>
          <p:cNvPr id="10" name="Text 8"/>
          <p:cNvSpPr/>
          <p:nvPr/>
        </p:nvSpPr>
        <p:spPr>
          <a:xfrm>
            <a:off x="4782312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4068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Leather panels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00600" y="22860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Laser-cut full-grain panels from the same file — printable with artwork. We assemble and finish locally.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0" y="137160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5F1EA"/>
          </a:solidFill>
          <a:ln/>
        </p:spPr>
      </p:sp>
      <p:sp>
        <p:nvSpPr>
          <p:cNvPr id="14" name="Shape 12"/>
          <p:cNvSpPr/>
          <p:nvPr/>
        </p:nvSpPr>
        <p:spPr>
          <a:xfrm>
            <a:off x="8668512" y="1572768"/>
            <a:ext cx="502920" cy="502920"/>
          </a:xfrm>
          <a:prstGeom prst="ellipse">
            <a:avLst/>
          </a:prstGeom>
          <a:solidFill>
            <a:srgbClr val="9A5B33"/>
          </a:solidFill>
          <a:ln/>
        </p:spPr>
      </p:sp>
      <p:sp>
        <p:nvSpPr>
          <p:cNvPr id="15" name="Text 13"/>
          <p:cNvSpPr/>
          <p:nvPr/>
        </p:nvSpPr>
        <p:spPr>
          <a:xfrm>
            <a:off x="8668512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Sewn sample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86800" y="22860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ISAIC in Detroit takes the pattern + tech pack and returns a production-grade sample. Ten minutes from home.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pick silhouettes + materials mood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66160" y="45720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566160" y="50292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hero bag, order the felt cut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45720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92240" y="50292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arrives — adjust, revise same day, order leather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418320" y="45720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418320" y="50292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sample in progress, shoot content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sells — 1-of-1 by design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drops: every bag is a 1-of-1 — the brand promise and the manufacturing model are the same sentence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Commissions: a client sketch becomes a render in minutes, a pattern the same evening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bag ships with its story: the render, the pattern, its number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in-house: the 3D renders ARE the launch imagery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0" y="1371600"/>
            <a:ext cx="5120640" cy="3977640"/>
          </a:xfrm>
          <a:prstGeom prst="roundRect">
            <a:avLst>
              <a:gd name="adj" fmla="val 2069"/>
            </a:avLst>
          </a:prstGeom>
          <a:solidFill>
            <a:srgbClr val="F5F1EA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unit economics (draft)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75120" y="2103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Leather (batched, realistic)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0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75120" y="26151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0" y="261518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0" y="31272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 / assembly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0" y="312724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75120" y="36393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goods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058400" y="36393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A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0" y="415137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at 3×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058400" y="415137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A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4663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per bag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058400" y="4663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A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5577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math with placeholder costs — the pipeline recomputes this per design the moment a real quote lands.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works.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it’s taste.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68680" y="37490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D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three real silhouettes worth making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D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the first felt fit-check from the DXF on this deck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D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draft prices with real quotes — the costs recompute themselves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3D-Fabric pipeline  ·  all artifacts DRAFT — AI drafts, engineers seal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2026-07-26T18:55:40Z</dcterms:created>
  <dcterms:modified xsi:type="dcterms:W3CDTF">2026-07-26T18:55:40Z</dcterms:modified>
</cp:coreProperties>
</file>